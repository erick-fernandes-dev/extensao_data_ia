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0100F-E421-9B37-6BB5-90A2307EDA6C}" v="1" dt="2022-10-20T13:51:13.264"/>
    <p1510:client id="{A22D746B-6C8D-491B-1E0C-B553209A0425}" v="26" dt="2022-10-20T13:36:52.884"/>
    <p1510:client id="{AD686383-6970-C63D-1F7B-5FCEFAC2D1FA}" v="44" dt="2022-10-20T13:40:3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4C2A0-FDD0-411A-B647-E71064E15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27CB29-B5B5-4B15-B330-9159EEA44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4278F-B3D4-4DC3-B74B-83945B015DB5}" type="datetimeFigureOut">
              <a:rPr lang="pt-BR" smtClean="0"/>
              <a:t>20/10/2022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1E6604-3CC7-4E0D-86DD-A624975C3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34DBCB-BA06-4593-82E6-7B5C1E724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C3A50-04DF-4F3A-A63B-3FBE92DAE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2725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FB877-3C48-4DCD-89D4-4BF86E58A381}" type="datetimeFigureOut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28550-9035-4397-9E5E-3BE58282F1B7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374073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28550-9035-4397-9E5E-3BE58282F1B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414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Imagem 7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rtlCol="0" anchor="b">
            <a:noAutofit/>
          </a:bodyPr>
          <a:lstStyle>
            <a:lvl1pPr algn="r"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 rtlCol="0"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5704A5-2214-42BA-B3ED-479C02C25686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Imagem 15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tângulo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78733CC-C81A-4F31-A2F8-FD508E2F5101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Imagem 7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22" y="2869895"/>
            <a:ext cx="9613860" cy="1090788"/>
          </a:xfrm>
        </p:spPr>
        <p:txBody>
          <a:bodyPr rtlCol="0" anchor="ctr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0322" y="4232171"/>
            <a:ext cx="9613860" cy="1704017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E4846F-F492-4481-8751-4E4C3E9FACA9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Imagem 8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80320" y="2336873"/>
            <a:ext cx="4698358" cy="3599316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594123" y="2336873"/>
            <a:ext cx="4700058" cy="3599316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FB1153-EDEE-42C5-A626-38AA58D81AF4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Imagem 10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tângulo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19" y="753229"/>
            <a:ext cx="9613863" cy="1080937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906350" y="2336873"/>
            <a:ext cx="4472327" cy="69313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80322" y="3030008"/>
            <a:ext cx="4698355" cy="2906179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820154" y="2336873"/>
            <a:ext cx="4474028" cy="692076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594123" y="3030008"/>
            <a:ext cx="4700059" cy="2906179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A7DA9E-D394-4D99-9B2B-6047F9C15E94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Imagem 6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tângulo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D34FF4-DEFE-4CC4-B70E-D1AD3106A071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ShadowShort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575DC-DAEE-405E-A111-8684423010BA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Imagem 8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21" y="753227"/>
            <a:ext cx="9613859" cy="108094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685846" y="2336873"/>
            <a:ext cx="5608336" cy="359931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2336872"/>
            <a:ext cx="3790078" cy="359931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BDF6B8-0A20-47BB-AFDA-C00C2CB14087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Imagem 8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23" y="753228"/>
            <a:ext cx="9613857" cy="1080938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23" y="2336873"/>
            <a:ext cx="3876256" cy="3599315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2A516E-3385-4264-B5A9-FDA8C1364534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Imagem 8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22" y="4711616"/>
            <a:ext cx="9613859" cy="453051"/>
          </a:xfrm>
        </p:spPr>
        <p:txBody>
          <a:bodyPr rtlCol="0" anchor="b">
            <a:normAutofit/>
          </a:bodyPr>
          <a:lstStyle>
            <a:lvl1pPr>
              <a:defRPr sz="24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19" y="5169583"/>
            <a:ext cx="9613862" cy="622971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CF95E0-4846-4AE4-A64D-80097A8C3B2C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 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Imagem 8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22" y="609597"/>
            <a:ext cx="9613858" cy="3592750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4195B-F3BB-4B0D-8707-32C3A831F48F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Imagem 12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tângulo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tângulo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127856" y="609598"/>
            <a:ext cx="8718877" cy="3036061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 hasCustomPrompt="1"/>
          </p:nvPr>
        </p:nvSpPr>
        <p:spPr>
          <a:xfrm>
            <a:off x="1402288" y="3653379"/>
            <a:ext cx="815657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22" y="4711615"/>
            <a:ext cx="9613859" cy="109078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10ECEA-D407-4330-98B7-3B08FC0330DF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6" name="Caixa de texto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72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7" name="Caixa de texto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72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Imagem 9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tângulo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80319" y="4711615"/>
            <a:ext cx="9613862" cy="5885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0320" y="5300149"/>
            <a:ext cx="9613862" cy="502255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E55CF7-E8CF-49C7-9863-EA0C6834B273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Imagem 13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tângulo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669222" y="753228"/>
            <a:ext cx="9624960" cy="1080938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60946" y="2336873"/>
            <a:ext cx="307003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 hasCustomPrompt="1"/>
          </p:nvPr>
        </p:nvSpPr>
        <p:spPr>
          <a:xfrm>
            <a:off x="680322" y="3022673"/>
            <a:ext cx="3049702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956025" y="233687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 hasCustomPrompt="1"/>
          </p:nvPr>
        </p:nvSpPr>
        <p:spPr>
          <a:xfrm>
            <a:off x="3945470" y="3022673"/>
            <a:ext cx="3063240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224156" y="2336873"/>
            <a:ext cx="30700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 hasCustomPrompt="1"/>
          </p:nvPr>
        </p:nvSpPr>
        <p:spPr>
          <a:xfrm>
            <a:off x="7224156" y="3022673"/>
            <a:ext cx="3070025" cy="291351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D01EBB-26E2-4D67-9ACF-AEA022191D03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Imagem 15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tângulo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ítulo 1"/>
          <p:cNvSpPr>
            <a:spLocks noGrp="1"/>
          </p:cNvSpPr>
          <p:nvPr>
            <p:ph type="title" hasCustomPrompt="1"/>
          </p:nvPr>
        </p:nvSpPr>
        <p:spPr>
          <a:xfrm>
            <a:off x="680322" y="753228"/>
            <a:ext cx="9613860" cy="1080938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680318" y="4297503"/>
            <a:ext cx="30497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 hasCustomPrompt="1"/>
          </p:nvPr>
        </p:nvSpPr>
        <p:spPr>
          <a:xfrm>
            <a:off x="680318" y="4873765"/>
            <a:ext cx="3049705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3945471" y="4297503"/>
            <a:ext cx="306324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 hasCustomPrompt="1"/>
          </p:nvPr>
        </p:nvSpPr>
        <p:spPr>
          <a:xfrm>
            <a:off x="3944117" y="4873764"/>
            <a:ext cx="3067297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230678" y="4297503"/>
            <a:ext cx="306350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 hasCustomPrompt="1"/>
          </p:nvPr>
        </p:nvSpPr>
        <p:spPr>
          <a:xfrm>
            <a:off x="7230553" y="4873762"/>
            <a:ext cx="3067563" cy="106242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AD9AA6-7D8C-47CB-929F-45C8D0DA597A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ShadowLong.png H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Imagem 7" descr="ShadowShort.png H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r">
              <a:defRPr/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721808-DF27-4BD9-9048-58BE8885EDF4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tângulo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10129231" y="609597"/>
            <a:ext cx="1073802" cy="435376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80322" y="609597"/>
            <a:ext cx="8870004" cy="5326589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 rtlCol="0"/>
          <a:lstStyle/>
          <a:p>
            <a:pPr rtl="0"/>
            <a:fld id="{0FE8C92E-2A04-45D6-9FF7-7F22B36B8B7F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rtlCol="0" anchor="t"/>
          <a:lstStyle>
            <a:lvl1pPr algn="ctr">
              <a:defRPr/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53DC6FB-7499-499D-9BE5-F0533575E5B7}" type="datetime1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0322" y="2671280"/>
            <a:ext cx="8144134" cy="1497143"/>
          </a:xfrm>
        </p:spPr>
        <p:txBody>
          <a:bodyPr rtlCol="0"/>
          <a:lstStyle/>
          <a:p>
            <a:r>
              <a:rPr lang="pt-BR" sz="6000" dirty="0" err="1"/>
              <a:t>Lab</a:t>
            </a:r>
            <a:r>
              <a:rPr lang="pt-BR" sz="6000" dirty="0"/>
              <a:t> 02 – Web </a:t>
            </a:r>
            <a:r>
              <a:rPr lang="pt-BR" sz="6000" dirty="0" err="1"/>
              <a:t>Scraping</a:t>
            </a:r>
            <a:endParaRPr lang="pt-BR" sz="6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0322" y="4644696"/>
            <a:ext cx="8244396" cy="13984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+mn-lt"/>
                <a:cs typeface="+mn-lt"/>
              </a:rPr>
              <a:t>Web </a:t>
            </a:r>
            <a:r>
              <a:rPr lang="pt-BR" dirty="0" err="1">
                <a:ea typeface="+mn-lt"/>
                <a:cs typeface="+mn-lt"/>
              </a:rPr>
              <a:t>Scraping</a:t>
            </a:r>
            <a:r>
              <a:rPr lang="pt-BR" dirty="0">
                <a:ea typeface="+mn-lt"/>
                <a:cs typeface="+mn-lt"/>
              </a:rPr>
              <a:t> e Análise Estatística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Avaliando o Desempenho dos Participantes </a:t>
            </a:r>
          </a:p>
          <a:p>
            <a:r>
              <a:rPr lang="pt-BR" dirty="0">
                <a:ea typeface="+mn-lt"/>
                <a:cs typeface="+mn-lt"/>
              </a:rPr>
              <a:t>em Corridas de 10 KM com Dados de Sensores RFID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01278-4FC4-1895-ED3B-93E90CE3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00" y="753228"/>
            <a:ext cx="10225466" cy="1080938"/>
          </a:xfrm>
        </p:spPr>
        <p:txBody>
          <a:bodyPr/>
          <a:lstStyle/>
          <a:p>
            <a:r>
              <a:rPr lang="pt-BR" dirty="0" err="1"/>
              <a:t>Lab</a:t>
            </a:r>
            <a:r>
              <a:rPr lang="pt-BR" dirty="0"/>
              <a:t> 02 - Corridas de 10 KM com Dados de Sensores RFID 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43AFA0-C74E-3688-4365-DF8EDD58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11" y="2356925"/>
            <a:ext cx="11568992" cy="43111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>
                <a:ea typeface="+mn-lt"/>
                <a:cs typeface="+mn-lt"/>
              </a:rPr>
              <a:t>Neste </a:t>
            </a:r>
            <a:r>
              <a:rPr lang="pt-BR" dirty="0" err="1">
                <a:ea typeface="+mn-lt"/>
                <a:cs typeface="+mn-lt"/>
              </a:rPr>
              <a:t>Lab</a:t>
            </a:r>
            <a:r>
              <a:rPr lang="pt-BR" dirty="0">
                <a:ea typeface="+mn-lt"/>
                <a:cs typeface="+mn-lt"/>
              </a:rPr>
              <a:t> vamos coletar dados reais de participantes de uma corrida de 10 KM, através de Web </a:t>
            </a:r>
            <a:r>
              <a:rPr lang="pt-BR" dirty="0" err="1">
                <a:ea typeface="+mn-lt"/>
                <a:cs typeface="+mn-lt"/>
              </a:rPr>
              <a:t>Scraping</a:t>
            </a:r>
            <a:r>
              <a:rPr lang="pt-BR" dirty="0">
                <a:ea typeface="+mn-lt"/>
                <a:cs typeface="+mn-lt"/>
              </a:rPr>
              <a:t>. Os dados disponíveis foram registrados com a leitura dos sensores RFID no selo da camisa dos participantes. O objetivo desta análise é encontrar:</a:t>
            </a:r>
            <a:endParaRPr lang="pt-BR"/>
          </a:p>
          <a:p>
            <a:pPr marL="0" indent="0">
              <a:buNone/>
            </a:pPr>
            <a:endParaRPr lang="pt-BR" dirty="0"/>
          </a:p>
          <a:p>
            <a:r>
              <a:rPr lang="pt-BR" dirty="0">
                <a:ea typeface="+mn-lt"/>
                <a:cs typeface="+mn-lt"/>
              </a:rPr>
              <a:t>O tempo médio de conclusão da corrida.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Se os tempos de chegada dos corredores seguem uma distribuição normal.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Analisar se há diferença de desempenho entre homens e mulheres de várias faixas etárias.</a:t>
            </a:r>
            <a:endParaRPr lang="pt-BR" dirty="0"/>
          </a:p>
          <a:p>
            <a:pPr marL="0" indent="0">
              <a:buNone/>
            </a:pPr>
            <a:endParaRPr lang="pt-BR" dirty="0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Para o teste de normalidade usamos </a:t>
            </a:r>
            <a:r>
              <a:rPr lang="pt-BR" dirty="0" err="1">
                <a:ea typeface="+mn-lt"/>
                <a:cs typeface="+mn-lt"/>
              </a:rPr>
              <a:t>SciPy</a:t>
            </a:r>
            <a:r>
              <a:rPr lang="pt-BR" dirty="0">
                <a:ea typeface="+mn-lt"/>
                <a:cs typeface="+mn-lt"/>
              </a:rPr>
              <a:t> e o pacote </a:t>
            </a:r>
            <a:r>
              <a:rPr lang="pt-BR" dirty="0" err="1">
                <a:ea typeface="+mn-lt"/>
                <a:cs typeface="+mn-lt"/>
              </a:rPr>
              <a:t>Pingouin</a:t>
            </a:r>
            <a:endParaRPr lang="pt-BR" dirty="0" err="1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76134176"/>
      </p:ext>
    </p:extLst>
  </p:cSld>
  <p:clrMapOvr>
    <a:masterClrMapping/>
  </p:clrMapOvr>
</p:sld>
</file>

<file path=ppt/theme/theme1.xml><?xml version="1.0" encoding="utf-8"?>
<a:theme xmlns:a="http://schemas.openxmlformats.org/drawingml/2006/main" name="TM04033917[[fn=Berlin]]_novariants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4033917[[fn=Berlin]]_novariants" id="{309C13C0-3BE0-4E8F-8916-1D5516B3B5DD}" vid="{18E1BE87-7240-45DF-8788-3CAEB7F17AB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TM00001032</Template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TM04033917[[fn=Berlin]]_novariants</vt:lpstr>
      <vt:lpstr>Lab 02 – Web Scraping</vt:lpstr>
      <vt:lpstr>Lab 02 - Corridas de 10 KM com Dados de Sensores RFID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30</cp:revision>
  <dcterms:created xsi:type="dcterms:W3CDTF">2022-10-20T13:35:51Z</dcterms:created>
  <dcterms:modified xsi:type="dcterms:W3CDTF">2022-10-20T14:22:50Z</dcterms:modified>
</cp:coreProperties>
</file>