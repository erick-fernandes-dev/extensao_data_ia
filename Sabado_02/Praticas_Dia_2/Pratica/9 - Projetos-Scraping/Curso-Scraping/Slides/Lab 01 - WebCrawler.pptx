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60128-FC64-C1B8-9918-4D51048E7987}" v="106" dt="2022-10-20T14:11:06.763"/>
    <p1510:client id="{C2CD616D-4492-4B72-94E1-705005D28E59}" v="83" dt="2022-10-20T12:54:38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42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359DC8A-171C-4851-AA67-A93BB1A90B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9593E8-91ED-45D8-A78B-906A3336ED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E1178-38C8-458D-9BBA-391D8600F37E}" type="datetimeFigureOut">
              <a:rPr lang="pt-BR" smtClean="0"/>
              <a:t>20/10/2022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64EB04-9E6A-4308-A568-B4C6B4DDB0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181A6C-1307-4158-9352-4BDB09A405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5B8AB-8978-49AA-B307-0D35A9214A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4477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08EEE-8324-4673-8413-3D4E0151ABEB}" type="datetimeFigureOut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FEFBF-2414-4698-9E48-10DF91902EC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71944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FEFBF-2414-4698-9E48-10DF91902EC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69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022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82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4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75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25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793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1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98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3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4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92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84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95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082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64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3253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43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466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14850" y="1397891"/>
            <a:ext cx="10239368" cy="1113543"/>
          </a:xfrm>
        </p:spPr>
        <p:txBody>
          <a:bodyPr rtlCol="0"/>
          <a:lstStyle/>
          <a:p>
            <a:r>
              <a:rPr lang="pt-BR" sz="5400" b="1" dirty="0" err="1"/>
              <a:t>Lab</a:t>
            </a:r>
            <a:r>
              <a:rPr lang="pt-BR" sz="5400" b="1" dirty="0"/>
              <a:t> 01 – Web </a:t>
            </a:r>
            <a:r>
              <a:rPr lang="pt-BR" sz="5400" b="1" dirty="0" err="1"/>
              <a:t>Scraping</a:t>
            </a:r>
            <a:endParaRPr lang="pt-BR" sz="5400" b="1" dirty="0">
              <a:cs typeface="Calibri Ligh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76060" y="2912486"/>
            <a:ext cx="9778158" cy="2084630"/>
          </a:xfrm>
        </p:spPr>
        <p:txBody>
          <a:bodyPr rtlCol="0">
            <a:normAutofit lnSpcReduction="10000"/>
          </a:bodyPr>
          <a:lstStyle/>
          <a:p>
            <a:r>
              <a:rPr lang="pt-BR" sz="2400" b="1" dirty="0" err="1">
                <a:ea typeface="+mn-lt"/>
                <a:cs typeface="+mn-lt"/>
              </a:rPr>
              <a:t>Scraping</a:t>
            </a:r>
            <a:r>
              <a:rPr lang="pt-BR" sz="2400" b="1" dirty="0">
                <a:ea typeface="+mn-lt"/>
                <a:cs typeface="+mn-lt"/>
              </a:rPr>
              <a:t>, Processamento de Linguagem </a:t>
            </a:r>
            <a:endParaRPr lang="pt-BR" sz="2400" b="1">
              <a:cs typeface="Calibri"/>
            </a:endParaRPr>
          </a:p>
          <a:p>
            <a:r>
              <a:rPr lang="pt-BR" sz="2400" b="1" dirty="0">
                <a:ea typeface="+mn-lt"/>
                <a:cs typeface="+mn-lt"/>
              </a:rPr>
              <a:t>Natural e Análise de Dados em Portais de </a:t>
            </a:r>
            <a:endParaRPr lang="pt-BR" sz="2400" b="1">
              <a:cs typeface="Calibri"/>
            </a:endParaRPr>
          </a:p>
          <a:p>
            <a:r>
              <a:rPr lang="pt-BR" sz="2400" b="1" dirty="0">
                <a:ea typeface="+mn-lt"/>
                <a:cs typeface="+mn-lt"/>
              </a:rPr>
              <a:t>Vagas no Brasil</a:t>
            </a:r>
            <a:endParaRPr lang="pt-BR" sz="2400" b="1"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32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F8442F-B6CB-FCA1-827B-9B030B382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1150076"/>
            <a:ext cx="3940125" cy="4557849"/>
          </a:xfrm>
        </p:spPr>
        <p:txBody>
          <a:bodyPr>
            <a:normAutofit/>
          </a:bodyPr>
          <a:lstStyle/>
          <a:p>
            <a:pPr algn="r"/>
            <a:r>
              <a:rPr lang="pt-BR" b="1" dirty="0" err="1"/>
              <a:t>Lab</a:t>
            </a:r>
            <a:r>
              <a:rPr lang="pt-BR" b="1" dirty="0"/>
              <a:t> 01 – PNL com Análise de Dados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0C4E6D-28AB-513A-9290-55606C18F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671444"/>
            <a:ext cx="7149200" cy="48586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z="2400" dirty="0">
                <a:ea typeface="+mn-lt"/>
                <a:cs typeface="+mn-lt"/>
              </a:rPr>
              <a:t>Neste </a:t>
            </a:r>
            <a:r>
              <a:rPr lang="pt-BR" sz="2400" dirty="0" err="1">
                <a:ea typeface="+mn-lt"/>
                <a:cs typeface="+mn-lt"/>
              </a:rPr>
              <a:t>Lab</a:t>
            </a:r>
            <a:r>
              <a:rPr lang="pt-BR" sz="2400" dirty="0">
                <a:ea typeface="+mn-lt"/>
                <a:cs typeface="+mn-lt"/>
              </a:rPr>
              <a:t> iremos conectar em um dos maiores portais de vagas do Brasil, o </a:t>
            </a:r>
            <a:r>
              <a:rPr lang="pt-BR" sz="2400" dirty="0" err="1">
                <a:ea typeface="+mn-lt"/>
                <a:cs typeface="+mn-lt"/>
              </a:rPr>
              <a:t>Indeed</a:t>
            </a:r>
            <a:r>
              <a:rPr lang="pt-BR" sz="2400" dirty="0">
                <a:ea typeface="+mn-lt"/>
                <a:cs typeface="+mn-lt"/>
              </a:rPr>
              <a:t>, fazer web </a:t>
            </a:r>
            <a:r>
              <a:rPr lang="pt-BR" sz="2400" dirty="0" err="1">
                <a:ea typeface="+mn-lt"/>
                <a:cs typeface="+mn-lt"/>
              </a:rPr>
              <a:t>scraping</a:t>
            </a:r>
            <a:r>
              <a:rPr lang="pt-BR" sz="2400" dirty="0">
                <a:ea typeface="+mn-lt"/>
                <a:cs typeface="+mn-lt"/>
              </a:rPr>
              <a:t> de dados sobre as vagas em Data Science e então analisar os dados, extraindo insights e aplicando Processamento de Linguagem Natural. O exemplo pode ser facilmente aplicado a outros portais, com os devidos ajustes.</a:t>
            </a:r>
            <a:endParaRPr lang="pt-BR" sz="2400" dirty="0">
              <a:cs typeface="Calibri"/>
            </a:endParaRPr>
          </a:p>
          <a:p>
            <a:endParaRPr lang="pt-BR" sz="2400" dirty="0">
              <a:cs typeface="Calibri"/>
            </a:endParaRPr>
          </a:p>
          <a:p>
            <a:r>
              <a:rPr lang="pt-BR" sz="2400" dirty="0">
                <a:ea typeface="+mn-lt"/>
                <a:cs typeface="+mn-lt"/>
              </a:rPr>
              <a:t>Usaremos o </a:t>
            </a:r>
            <a:r>
              <a:rPr lang="pt-BR" sz="2400" dirty="0" err="1">
                <a:ea typeface="+mn-lt"/>
                <a:cs typeface="+mn-lt"/>
              </a:rPr>
              <a:t>Chromedriver</a:t>
            </a:r>
            <a:r>
              <a:rPr lang="pt-BR" sz="2400" dirty="0">
                <a:ea typeface="+mn-lt"/>
                <a:cs typeface="+mn-lt"/>
              </a:rPr>
              <a:t> para o processo de extração. Acesse o endereço abaixo, faça o download do arquivo de acordo com seu sistema operacional, descompacte o zip e coloque o arquivo na mesma pasta onde está o </a:t>
            </a:r>
            <a:r>
              <a:rPr lang="pt-BR" sz="2400" dirty="0" err="1">
                <a:ea typeface="+mn-lt"/>
                <a:cs typeface="+mn-lt"/>
              </a:rPr>
              <a:t>Jupyter</a:t>
            </a:r>
            <a:r>
              <a:rPr lang="pt-BR" sz="2400" dirty="0">
                <a:ea typeface="+mn-lt"/>
                <a:cs typeface="+mn-lt"/>
              </a:rPr>
              <a:t> Notebook que você encontra em anexo.</a:t>
            </a:r>
            <a:endParaRPr lang="pt-BR" sz="2400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625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261D5-356D-1019-B5C1-9403C84C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6" y="973668"/>
            <a:ext cx="10716544" cy="737042"/>
          </a:xfrm>
        </p:spPr>
        <p:txBody>
          <a:bodyPr/>
          <a:lstStyle/>
          <a:p>
            <a:r>
              <a:rPr lang="pt-BR" sz="4000" b="1" dirty="0" err="1">
                <a:ea typeface="+mj-lt"/>
                <a:cs typeface="+mj-lt"/>
              </a:rPr>
              <a:t>Lab</a:t>
            </a:r>
            <a:r>
              <a:rPr lang="pt-BR" sz="4000" b="1" dirty="0">
                <a:ea typeface="+mj-lt"/>
                <a:cs typeface="+mj-lt"/>
              </a:rPr>
              <a:t> 01 – PNL com Análise de Dados parte II</a:t>
            </a:r>
            <a:endParaRPr lang="pt-BR" sz="4000" b="1">
              <a:cs typeface="Calibri Light"/>
            </a:endParaRPr>
          </a:p>
        </p:txBody>
      </p:sp>
      <p:pic>
        <p:nvPicPr>
          <p:cNvPr id="6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F1653DBE-AF4C-AB43-ACD5-7FA17B2E00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30" t="50167" r="11307" b="42917"/>
          <a:stretch/>
        </p:blipFill>
        <p:spPr>
          <a:xfrm>
            <a:off x="222585" y="2826555"/>
            <a:ext cx="11744939" cy="83292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AD0834E-CF00-D078-58E6-CFA0898FEAD1}"/>
              </a:ext>
            </a:extLst>
          </p:cNvPr>
          <p:cNvSpPr txBox="1"/>
          <p:nvPr/>
        </p:nvSpPr>
        <p:spPr>
          <a:xfrm>
            <a:off x="1742573" y="2249905"/>
            <a:ext cx="8031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cs typeface="Calibri"/>
              </a:rPr>
              <a:t>Necessário baixar e instalar a ferramenta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896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TF00001243</Template>
  <TotalTime>0</TotalTime>
  <Words>1</Words>
  <Application>Microsoft Office PowerPoint</Application>
  <PresentationFormat>Widescreen</PresentationFormat>
  <Paragraphs>1</Paragraphs>
  <Slides>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Celestial</vt:lpstr>
      <vt:lpstr>Lab 01 – Web Scraping</vt:lpstr>
      <vt:lpstr>Lab 01 – PNL com Análise de Dados</vt:lpstr>
      <vt:lpstr>Lab 01 – PNL com Análise de Dados parte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68</cp:revision>
  <dcterms:created xsi:type="dcterms:W3CDTF">2022-10-20T12:48:29Z</dcterms:created>
  <dcterms:modified xsi:type="dcterms:W3CDTF">2022-10-20T14:22:37Z</dcterms:modified>
</cp:coreProperties>
</file>